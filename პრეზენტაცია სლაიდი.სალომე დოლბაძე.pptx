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2" Type="http://schemas.openxmlformats.org/officeDocument/2006/relationships/slide" Target="slides/slide1.xml" /><Relationship Id="rId16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heme" Target="theme/theme1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10/30/2025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10/30/2025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10/30/2025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10/30/2025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10/30/2025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3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6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6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6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6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 /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6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 /><Relationship Id="rId1" Type="http://schemas.openxmlformats.org/officeDocument/2006/relationships/slideLayout" Target="../slideLayouts/slideLayout6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 /><Relationship Id="rId1" Type="http://schemas.openxmlformats.org/officeDocument/2006/relationships/slideLayout" Target="../slideLayouts/slideLayout6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6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73264FD-67B5-EECE-3E44-6C95D4C8E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6194" y="753840"/>
            <a:ext cx="7315200" cy="1696959"/>
          </a:xfrm>
        </p:spPr>
        <p:txBody>
          <a:bodyPr>
            <a:normAutofit fontScale="90000"/>
          </a:bodyPr>
          <a:lstStyle/>
          <a:p>
            <a:r>
              <a:rPr lang="af-ZA" b="1" dirty="0">
                <a:solidFill>
                  <a:schemeClr val="accent1"/>
                </a:solidFill>
              </a:rPr>
              <a:t>Encryption/Decryption Tool</a:t>
            </a:r>
            <a:r>
              <a:rPr lang="ru-RU" b="1" dirty="0">
                <a:solidFill>
                  <a:schemeClr val="accent1"/>
                </a:solidFill>
              </a:rPr>
              <a:t>.</a:t>
            </a:r>
            <a:endParaRPr lang="ka-GE" b="1" dirty="0">
              <a:solidFill>
                <a:schemeClr val="accent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703BFE-16C2-FE8A-EE3A-30C3A4CD8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47329" y="5068046"/>
            <a:ext cx="4696012" cy="346637"/>
          </a:xfrm>
        </p:spPr>
        <p:txBody>
          <a:bodyPr>
            <a:normAutofit fontScale="92500" lnSpcReduction="10000"/>
          </a:bodyPr>
          <a:lstStyle/>
          <a:p>
            <a:r>
              <a:rPr lang="af-ZA" b="1">
                <a:solidFill>
                  <a:schemeClr val="accent1"/>
                </a:solidFill>
              </a:rPr>
              <a:t>Prepared by: Salome Dolbadze</a:t>
            </a:r>
            <a:endParaRPr lang="ka-GE" b="1">
              <a:solidFill>
                <a:schemeClr val="accent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224F34-9E00-5F09-E5C3-856A9BD692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17" y="771769"/>
            <a:ext cx="3331527" cy="5314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487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C715552-02E4-6096-C277-DF6720810B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9600" y="2629647"/>
            <a:ext cx="4359648" cy="3798046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215B5E68-D75F-7F1E-CA77-CA76E4776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f-ZA" b="1">
                <a:solidFill>
                  <a:schemeClr val="tx1"/>
                </a:solidFill>
              </a:rPr>
              <a:t>Project Overview</a:t>
            </a:r>
            <a:endParaRPr lang="ka-GE" b="1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C4CBD1-3DDC-362B-0824-B4D4F79AA0A7}"/>
              </a:ext>
            </a:extLst>
          </p:cNvPr>
          <p:cNvSpPr txBox="1"/>
          <p:nvPr/>
        </p:nvSpPr>
        <p:spPr>
          <a:xfrm>
            <a:off x="4174378" y="825013"/>
            <a:ext cx="6101976" cy="1200329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lang="af-ZA" b="1" dirty="0"/>
              <a:t>Topic: Encryption/Decryption ToolPurpose: Explore simple encryption techniquesImplemented Algorithms: Caesar Cipher, XOR Cipher, AES WrapperGoal: Understand how data can be encrypted and decrypted securely</a:t>
            </a:r>
            <a:endParaRPr lang="ka-GE" b="1" dirty="0"/>
          </a:p>
        </p:txBody>
      </p:sp>
    </p:spTree>
    <p:extLst>
      <p:ext uri="{BB962C8B-B14F-4D97-AF65-F5344CB8AC3E}">
        <p14:creationId xmlns:p14="http://schemas.microsoft.com/office/powerpoint/2010/main" val="3926855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D8301-ABFE-2228-7E1A-7C6AEC9CB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f-ZA" b="1">
                <a:solidFill>
                  <a:schemeClr val="tx1"/>
                </a:solidFill>
              </a:rPr>
              <a:t>What is Encryption?</a:t>
            </a:r>
            <a:endParaRPr lang="ka-GE" b="1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621BB3-C565-F9A8-CC9E-A02335F5DDBB}"/>
              </a:ext>
            </a:extLst>
          </p:cNvPr>
          <p:cNvSpPr txBox="1"/>
          <p:nvPr/>
        </p:nvSpPr>
        <p:spPr>
          <a:xfrm>
            <a:off x="4577977" y="800847"/>
            <a:ext cx="5916706" cy="923330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lang="af-ZA" b="1" dirty="0"/>
              <a:t>Encryption converts plaintext into unreadable ciphertextProtects information from unauthorized usersExample: HELLO → KHOOR (Caesar Cipher)</a:t>
            </a:r>
            <a:endParaRPr lang="ka-GE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22CD2D-76DF-FA5D-F83E-9BF962A52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188" y="2357904"/>
            <a:ext cx="2476500" cy="238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149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17A26-784E-BEC0-9562-D18C6D3BE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f-ZA" b="1">
                <a:solidFill>
                  <a:schemeClr val="tx1"/>
                </a:solidFill>
              </a:rPr>
              <a:t>Why Encryption is Important</a:t>
            </a:r>
            <a:endParaRPr lang="ka-GE" b="1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CFEB96-5DC5-BEFE-5633-DA2D3E8AC8B8}"/>
              </a:ext>
            </a:extLst>
          </p:cNvPr>
          <p:cNvSpPr txBox="1"/>
          <p:nvPr/>
        </p:nvSpPr>
        <p:spPr>
          <a:xfrm>
            <a:off x="4207436" y="920376"/>
            <a:ext cx="7288306" cy="923330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lang="af-ZA" b="1" dirty="0"/>
              <a:t>Ensures confidentiality, integrity, authenticationProtects passwords, communications, sensitive dataPrevents data theft and unauthorized access</a:t>
            </a:r>
            <a:endParaRPr lang="ka-GE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4CF9B4-1A5D-DB0B-BB4C-C600BA44E7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2022" y="1843706"/>
            <a:ext cx="4132543" cy="3777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9459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B1984-44D5-9F14-4A57-00FDE5CAD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f-ZA" b="1">
                <a:solidFill>
                  <a:schemeClr val="tx1"/>
                </a:solidFill>
              </a:rPr>
              <a:t>Types of Encryption</a:t>
            </a:r>
            <a:endParaRPr lang="ka-GE" b="1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02B7F5-68FD-03E3-76FB-68AE63BB00EA}"/>
              </a:ext>
            </a:extLst>
          </p:cNvPr>
          <p:cNvSpPr txBox="1"/>
          <p:nvPr/>
        </p:nvSpPr>
        <p:spPr>
          <a:xfrm>
            <a:off x="4900705" y="865111"/>
            <a:ext cx="5495364" cy="923330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lang="af-ZA" b="1" dirty="0"/>
              <a:t>1. Caesar Cipher – simple letter shifting.2. XOR Cipher – logical XOR operation.3. AES – modern and secure encryption standard.</a:t>
            </a:r>
            <a:endParaRPr lang="ka-GE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4BC4FE-036D-3969-3981-0BFF2FCD5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7846" y="2092025"/>
            <a:ext cx="5821082" cy="4195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486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952D9-E118-04A4-BF1B-70914D906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f-ZA" b="1">
                <a:solidFill>
                  <a:schemeClr val="tx1"/>
                </a:solidFill>
              </a:rPr>
              <a:t>Caesar Cipher – Theory</a:t>
            </a:r>
            <a:endParaRPr lang="ka-GE" b="1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190716-5271-8462-7C3D-0B3D3C0E8E83}"/>
              </a:ext>
            </a:extLst>
          </p:cNvPr>
          <p:cNvSpPr txBox="1"/>
          <p:nvPr/>
        </p:nvSpPr>
        <p:spPr>
          <a:xfrm>
            <a:off x="4329953" y="936828"/>
            <a:ext cx="6069106" cy="923330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lang="af-ZA" b="1" dirty="0"/>
              <a:t>Developed by Julius Caesar for secret messagesEach letter shifted by a fixed numberExample: Shift=3 → HELLO→KHOOR</a:t>
            </a:r>
            <a:endParaRPr lang="ka-GE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D69E49-D599-A577-CAFB-757EFC251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H="1" flipV="1">
            <a:off x="4126552" y="2625146"/>
            <a:ext cx="2947481" cy="30011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187FFA8-9C31-03E8-5FC1-1C68FA731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7061" y="2817376"/>
            <a:ext cx="2808940" cy="2808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930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47DE1-82B0-9F52-8054-934D70BAA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f-ZA" b="1">
                <a:solidFill>
                  <a:schemeClr val="tx1"/>
                </a:solidFill>
              </a:rPr>
              <a:t>XOR Cipher – Theory</a:t>
            </a:r>
            <a:endParaRPr lang="ka-GE" b="1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0635AD-46C5-FE89-0423-F2B7EE80A34E}"/>
              </a:ext>
            </a:extLst>
          </p:cNvPr>
          <p:cNvSpPr txBox="1"/>
          <p:nvPr/>
        </p:nvSpPr>
        <p:spPr>
          <a:xfrm>
            <a:off x="5014260" y="1026456"/>
            <a:ext cx="4682564" cy="1200329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lang="af-ZA" b="1" dirty="0"/>
              <a:t>Uses XOR logical operationWorks on binary level comparing text and key bitsSame bits=0, different bits=1Simple, fast, reversible</a:t>
            </a:r>
            <a:endParaRPr lang="ka-GE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AB7B7D-07FD-B3EC-96FF-E2F6F05BC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1655" y="2638920"/>
            <a:ext cx="5876925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206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0198D-6A58-CCDF-B5A2-593F94789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f-ZA" b="1">
                <a:solidFill>
                  <a:schemeClr val="tx1"/>
                </a:solidFill>
              </a:rPr>
              <a:t>AES – Advanced Encryption Standard</a:t>
            </a:r>
            <a:endParaRPr lang="ka-GE" b="1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A4EAD3-81FD-D463-1250-4E1FD84E89D3}"/>
              </a:ext>
            </a:extLst>
          </p:cNvPr>
          <p:cNvSpPr txBox="1"/>
          <p:nvPr/>
        </p:nvSpPr>
        <p:spPr>
          <a:xfrm>
            <a:off x="4640729" y="1123837"/>
            <a:ext cx="6101976" cy="923330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lang="af-ZA" b="1" dirty="0"/>
              <a:t>Modern symmetric encryption algorithmSame key for encryption &amp; decryptionSupports 128, 192, 256-bit keysUsed by banks &amp; governments</a:t>
            </a:r>
            <a:endParaRPr lang="ka-GE" b="1" dirty="0"/>
          </a:p>
        </p:txBody>
      </p:sp>
    </p:spTree>
    <p:extLst>
      <p:ext uri="{BB962C8B-B14F-4D97-AF65-F5344CB8AC3E}">
        <p14:creationId xmlns:p14="http://schemas.microsoft.com/office/powerpoint/2010/main" val="2768170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EAC6D-C808-D3C2-41C4-0223AFF2F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f-ZA" b="1">
                <a:solidFill>
                  <a:schemeClr val="tx1"/>
                </a:solidFill>
              </a:rPr>
              <a:t>Comparison</a:t>
            </a:r>
            <a:endParaRPr lang="ka-GE" b="1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A4E096-46E6-DAC8-58C2-05BDA9B8A795}"/>
              </a:ext>
            </a:extLst>
          </p:cNvPr>
          <p:cNvSpPr txBox="1"/>
          <p:nvPr/>
        </p:nvSpPr>
        <p:spPr>
          <a:xfrm>
            <a:off x="5474446" y="1123837"/>
            <a:ext cx="5238377" cy="646331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lang="af-ZA" b="1" dirty="0"/>
              <a:t>Caesar – Fixed shift, WeakXOR – Simple key, MediumAES – Complex key, Very strong</a:t>
            </a:r>
            <a:endParaRPr lang="ka-GE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4EC185-B52E-D23A-97B9-8198E09C69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7869" y="1967596"/>
            <a:ext cx="4111530" cy="3757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5751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EA963-F6F0-C405-C72C-B87451FEB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f-ZA" b="1">
                <a:solidFill>
                  <a:schemeClr val="tx1"/>
                </a:solidFill>
              </a:rPr>
              <a:t>Conclusion</a:t>
            </a:r>
            <a:endParaRPr lang="ka-GE" b="1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8D645F-AE65-CD2D-7894-B8FCA54420CD}"/>
              </a:ext>
            </a:extLst>
          </p:cNvPr>
          <p:cNvSpPr txBox="1"/>
          <p:nvPr/>
        </p:nvSpPr>
        <p:spPr>
          <a:xfrm>
            <a:off x="5059082" y="1367133"/>
            <a:ext cx="5531224" cy="923330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lang="af-ZA" b="1" dirty="0"/>
              <a:t>Encryption protects informationCaesar Cipher – SimpleXOR Cipher – LogicalAES – Strong and practicalEncryption = Safety + Privacy + Trust</a:t>
            </a:r>
            <a:endParaRPr lang="ka-GE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326258-3627-DDC4-0657-54F1C44E3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5354" y="2735469"/>
            <a:ext cx="6276975" cy="3372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5131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1DD9559-EE1C-9027-CB40-9591C21C9D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9008" y="1976437"/>
            <a:ext cx="4810125" cy="290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089721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Frame</vt:lpstr>
      <vt:lpstr>Encryption/Decryption Tool.</vt:lpstr>
      <vt:lpstr>Project Overview</vt:lpstr>
      <vt:lpstr>What is Encryption?</vt:lpstr>
      <vt:lpstr>Why Encryption is Important</vt:lpstr>
      <vt:lpstr>Types of Encryption</vt:lpstr>
      <vt:lpstr>Caesar Cipher – Theory</vt:lpstr>
      <vt:lpstr>XOR Cipher – Theory</vt:lpstr>
      <vt:lpstr>AES – Advanced Encryption Standard</vt:lpstr>
      <vt:lpstr>Comparison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Encryption/Decryption Tool.</dc:title>
  <dc:creator>Salome Dolbadze</dc:creator>
  <cp:lastModifiedBy>Salome Dolbadze</cp:lastModifiedBy>
  <cp:revision>2</cp:revision>
  <dcterms:created xsi:type="dcterms:W3CDTF">2025-10-30T11:37:28Z</dcterms:created>
  <dcterms:modified xsi:type="dcterms:W3CDTF">2025-10-30T13:48:19Z</dcterms:modified>
</cp:coreProperties>
</file>